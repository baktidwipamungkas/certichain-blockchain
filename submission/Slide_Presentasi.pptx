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CertiChain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Sertifikat Digital Berbasis Smart Contract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F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UAS Blockchain (KP70067008) | Program Studi Informatika | Universitas Siliwangi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3F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Dosen: Dr. Ir. Nur Widiyasono, M.Kom.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3F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[Isi nama dan NPM]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B3A"/>
          </a:solidFill>
          <a:ln w="12700">
            <a:solidFill>
              <a:srgbClr val="0B6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Masalah, stakeholder, dan alasan blockchain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CertiChain | UAS Blockchain TA 2026/2027 Ganjil | Univ. Siliwangi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Masalah: sertifikat PDF mudah dipalsukan; verifikasi manual lambat; tidak ada jejak audit lintas penerbit.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Admin/konsorsium, Issuer (institusi), Holder, Verifier publik, Auditor.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blockchain: banyak issuer yang tidak saling percaya, catatan bersama tak dapat diubah diam-diam, verifikasi publik tanpa izin.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hash dokumen on-chain; PDF dan data pribadi off-chain (privasi).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Kriteria sukses: kontrak teruji, audit + retest, demo end-to-end di local chain, dapat direproduksi.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B3A"/>
          </a:solidFill>
          <a:ln w="12700">
            <a:solidFill>
              <a:srgbClr val="0B6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Arsitektur dan demo end-to-end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CertiChain | UAS Blockchain TA 2026/2027 Ganjil | Univ. Siliwangi</a:t>
            </a:r>
            <a:endParaRPr lang="en-US" sz="900" dirty="0"/>
          </a:p>
        </p:txBody>
      </p:sp>
      <p:pic>
        <p:nvPicPr>
          <p:cNvPr id="5" name="Image 0" descr="/home/claude/uas/certichain/docs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60120"/>
            <a:ext cx="402336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480560" y="1051560"/>
            <a:ext cx="43891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Frontend/skrip -&gt; wallet/provider -&gt; CertiChain.sol -&gt; Hardhat node (chain ID 31337)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Alur: deposit stake -&gt; approveIssuer -&gt; issueCertificate -&gt; verify (Valid) -&gt; revoke -&gt; verify (Revoked)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Bukti: contract 0x5FbDB231...0aa3, deploy tx 0x984561...29de, event Issued + Revoked terbaca via queryFilter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Solidity: RBAC, modifier, event, interface, library, custom error, struct/enum/mapping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B3A"/>
          </a:solidFill>
          <a:ln w="12700">
            <a:solidFill>
              <a:srgbClr val="0B6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Unit test, coverage, dan deployment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CertiChain | UAS Blockchain TA 2026/2027 Ganjil | Univ. Siliwangi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972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37/37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6916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 lulus (31 unit + 6 PoC V1)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10515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10972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16916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statement, function, line (CertiChain.sol)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80560" y="10515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0972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16916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37960" y="10515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10972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tx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16916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stake, approve, issue, revoke tercatat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46888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positif, negatif, batas (mis. stake MIN-1 wei, expiry = timestamp, batch 50 vs 51), dan kontrol akses.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Debugging: 2 kesalahan kompilasi terkontrol dan peringatan low-level call yang menjadi temuan A-07.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ke local network: gas 1.515.744; issue 141.450 gas; revoke 29.613 gas.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Keterbatasan: frontend belum diuji otomatis dengan MetaMask; jalur terverifikasi adalah skrip interact.js.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B3A"/>
          </a:solidFill>
          <a:ln w="12700">
            <a:solidFill>
              <a:srgbClr val="0B6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Security audit dan perbaikan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CertiChain | UAS Blockchain TA 2026/2027 Ganjil | Univ. Siliwangi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474720"/>
                <a:gridCol w="822960"/>
                <a:gridCol w="3474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Temuan (V1)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Perbaikan V2 dan retest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Reentrancy withdrawStake: attacker 1 ETH -&gt; 3 ETH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 + nonReentrant; T-30 lulus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lain dapat mencabut sertifikat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issuer asli/ADMIN; T-24, T-28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diserobot (front-running)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= keccak(issuer, hash); T-18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tak terbatas (9.870 gas/sert.)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maks 50 + paginasi; T-27, T-29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tidak divalidasi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error; T-15, T-16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Ketergantungan block.timestamp (tanpa 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Diterima; T-21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value call tidak dicek: dana terkunci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revert TransferFailed; T-31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Slither: reentrancy-eth dan unchecked-lowlevel hanya pada V1. Audit mandiri tanpa fuzzing; audit eksternal disarankan.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B3A"/>
          </a:solidFill>
          <a:ln w="12700">
            <a:solidFill>
              <a:srgbClr val="0B6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Enterprise, privasi, etika, dan regulasi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CertiChain | UAS Blockchain TA 2026/2027 Ganjil | Univ. Siliwangi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vs permissioned: issuer dikenal, privasi dan governance formal dibutuhkan -&gt; permissioned/konsorsium EVM (mis. Besu) lebih tepat; DB biasa cukup bila hanya satu issuer.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Rekomendasi: konsorsium EVM + hash bersalt on-chain + gateway verifikasi publik; opsional anchoring Merkle root ke public chain.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Bottleneck: antrean/biaya L1 saat penerbitan massal, array per holder (dimitigasi paginasi), penyimpanan off-chain.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Privasi: nama, NIM, nilai tidak boleh on-chain; hash data berentropi rendah dapat ditebak -&gt; gunakan salt.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Regulasi/etika: UU PDP 27/2022, tanda tangan elektronik (UU ITE, PP 71/2019); risiko admin terpusat dan kunci issuer bocor.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6B3A"/>
          </a:solidFill>
          <a:ln w="12700">
            <a:solidFill>
              <a:srgbClr val="0B6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Kontribusi dan roadmap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CertiChain | UAS Blockchain TA 2026/2027 Ganjil | Univ. Siliwangi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Kontribusi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Bukti commit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[Isi nama]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Dikerjakan individu: desain, kontrak, tes, audit, deployment, dokumentasi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[Isi dari git log]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realistis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297180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Multisig + timelock untuk admin; fuzzing/invariant test (Echidna/Foundry); audit eksternal.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frontend otomatis; hash bersalt + penyimpanan terenkripsi; indexer untuk pencarian.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Migrasi ke jaringan konsorsium EVM dan uji beban; integrasi identitas issuer (DID/PKI).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CertiChain - UAS Blockchain</dc:title>
  <dc:subject>PptxGenJS Presentation</dc:subject>
  <dc:creator>PptxGenJS</dc:creator>
  <cp:lastModifiedBy>PptxGenJS</cp:lastModifiedBy>
  <cp:revision>1</cp:revision>
  <dcterms:created xsi:type="dcterms:W3CDTF">2026-10-22T06:30:08Z</dcterms:created>
  <dcterms:modified xsi:type="dcterms:W3CDTF">2026-10-22T06:30:08Z</dcterms:modified>
</cp:coreProperties>
</file>